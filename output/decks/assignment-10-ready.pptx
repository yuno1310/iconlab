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fde93cd65b4d8a" /><Relationship Type="http://schemas.openxmlformats.org/officeDocument/2006/relationships/extended-properties" Target="/docProps/app.xml" Id="Re11fca655fc14913" /><Relationship Type="http://schemas.openxmlformats.org/officeDocument/2006/relationships/officeDocument" Target="/ppt/presentation.xml" Id="Rafe9894bac9f41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7ac78937b54e82"/>
  </p:sldMasterIdLst>
  <p:notesMasterIdLst>
    <p:notesMasterId xmlns:r="http://schemas.openxmlformats.org/officeDocument/2006/relationships" r:id="Re50647ade142439b"/>
  </p:notesMasterIdLst>
  <p:sldIdLst>
    <p:sldId xmlns:r="http://schemas.openxmlformats.org/officeDocument/2006/relationships" id="256" r:id="R78a0b7a9e9324cdd"/>
    <p:sldId xmlns:r="http://schemas.openxmlformats.org/officeDocument/2006/relationships" id="257" r:id="R106bd2dd8746458a"/>
    <p:sldId xmlns:r="http://schemas.openxmlformats.org/officeDocument/2006/relationships" id="258" r:id="R1048bd60c3bd45e8"/>
    <p:sldId xmlns:r="http://schemas.openxmlformats.org/officeDocument/2006/relationships" id="259" r:id="Rd224b0ee6cd444d1"/>
    <p:sldId xmlns:r="http://schemas.openxmlformats.org/officeDocument/2006/relationships" id="260" r:id="R84b8a4b609004237"/>
    <p:sldId xmlns:r="http://schemas.openxmlformats.org/officeDocument/2006/relationships" id="261" r:id="Rea84d5fbe2a244c8"/>
    <p:sldId xmlns:r="http://schemas.openxmlformats.org/officeDocument/2006/relationships" id="262" r:id="R34587fc5de704c20"/>
    <p:sldId xmlns:r="http://schemas.openxmlformats.org/officeDocument/2006/relationships" id="263" r:id="R322e73d421ce40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57fcb06eb44f7" /><Relationship Type="http://schemas.openxmlformats.org/officeDocument/2006/relationships/slideMaster" Target="/ppt/slideMasters/slideMaster1.xml" Id="R487ac78937b54e82" /><Relationship Type="http://schemas.openxmlformats.org/officeDocument/2006/relationships/notesMaster" Target="/ppt/notesMasters/notesMaster1.xml" Id="Re50647ade142439b" /><Relationship Type="http://schemas.openxmlformats.org/officeDocument/2006/relationships/presProps" Target="/ppt/presProps.xml" Id="R34d5182cae804ab7" /><Relationship Type="http://schemas.openxmlformats.org/officeDocument/2006/relationships/viewProps" Target="/ppt/viewProps.xml" Id="Rbf57143d5d624e98" /><Relationship Type="http://schemas.openxmlformats.org/officeDocument/2006/relationships/tableStyles" Target="/ppt/tableStyles.xml" Id="R50eac4a8b5414079" /><Relationship Type="http://schemas.openxmlformats.org/officeDocument/2006/relationships/slide" Target="/ppt/slides/slide1.xml" Id="R78a0b7a9e9324cdd" /><Relationship Type="http://schemas.openxmlformats.org/officeDocument/2006/relationships/slide" Target="/ppt/slides/slide2.xml" Id="R106bd2dd8746458a" /><Relationship Type="http://schemas.openxmlformats.org/officeDocument/2006/relationships/slide" Target="/ppt/slides/slide3.xml" Id="R1048bd60c3bd45e8" /><Relationship Type="http://schemas.openxmlformats.org/officeDocument/2006/relationships/slide" Target="/ppt/slides/slide4.xml" Id="Rd224b0ee6cd444d1" /><Relationship Type="http://schemas.openxmlformats.org/officeDocument/2006/relationships/slide" Target="/ppt/slides/slide5.xml" Id="R84b8a4b609004237" /><Relationship Type="http://schemas.openxmlformats.org/officeDocument/2006/relationships/slide" Target="/ppt/slides/slide6.xml" Id="Rea84d5fbe2a244c8" /><Relationship Type="http://schemas.openxmlformats.org/officeDocument/2006/relationships/slide" Target="/ppt/slides/slide7.xml" Id="R34587fc5de704c20" /><Relationship Type="http://schemas.openxmlformats.org/officeDocument/2006/relationships/slide" Target="/ppt/slides/slide8.xml" Id="R322e73d421ce40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9821223cfb4e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dc5825f06c4c8d" /><Relationship Type="http://schemas.openxmlformats.org/officeDocument/2006/relationships/notesMaster" Target="/ppt/notesMasters/notesMaster1.xml" Id="R180e06c6fc1048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4486ae22d48b3" /><Relationship Type="http://schemas.openxmlformats.org/officeDocument/2006/relationships/notesMaster" Target="/ppt/notesMasters/notesMaster1.xml" Id="Rf8a2dd6ee789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478b003fa4018" /><Relationship Type="http://schemas.openxmlformats.org/officeDocument/2006/relationships/notesMaster" Target="/ppt/notesMasters/notesMaster1.xml" Id="Ra81a3702f53a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5417aace704068" /><Relationship Type="http://schemas.openxmlformats.org/officeDocument/2006/relationships/notesMaster" Target="/ppt/notesMasters/notesMaster1.xml" Id="R495c2bf6b42441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4522b5b1e4ed3" /><Relationship Type="http://schemas.openxmlformats.org/officeDocument/2006/relationships/notesMaster" Target="/ppt/notesMasters/notesMaster1.xml" Id="R0e13ac7b784d41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5c3adbd848445a" /><Relationship Type="http://schemas.openxmlformats.org/officeDocument/2006/relationships/notesMaster" Target="/ppt/notesMasters/notesMaster1.xml" Id="R288b21b20971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f2cd143e1146aa" /><Relationship Type="http://schemas.openxmlformats.org/officeDocument/2006/relationships/notesMaster" Target="/ppt/notesMasters/notesMaster1.xml" Id="R458f769c816544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b3c88acd62493e" /><Relationship Type="http://schemas.openxmlformats.org/officeDocument/2006/relationships/notesMaster" Target="/ppt/notesMasters/notesMaster1.xml" Id="R4b531b669731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ece284b7243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12cf1cba749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da7ae28e649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ef177eaff44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3dbb860164c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fe73d51b546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40709d9d74d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67160de6e4f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2fcfaee78494f" /><Relationship Type="http://schemas.openxmlformats.org/officeDocument/2006/relationships/image" Target="/ppt/media/image.png" Id="R9b426afb1f3e4f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a37d6224b49cf" /><Relationship Type="http://schemas.openxmlformats.org/officeDocument/2006/relationships/image" Target="/ppt/media/image2.png" Id="R1a3e1fda001e44d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9b426afb1f3e4fc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a3e1fda001e44d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1da8d31bf04939" /><Relationship Type="http://schemas.openxmlformats.org/officeDocument/2006/relationships/slideLayout" Target="/ppt/slideLayouts/slideLayout1.xml" Id="R57539b16a3fd4cfd" /><Relationship Type="http://schemas.openxmlformats.org/officeDocument/2006/relationships/slideLayout" Target="/ppt/slideLayouts/slideLayout2.xml" Id="R03c966edd6fa41c2" /><Relationship Type="http://schemas.openxmlformats.org/officeDocument/2006/relationships/slideLayout" Target="/ppt/slideLayouts/slideLayout3.xml" Id="R2797dbc2a19940f1" /><Relationship Type="http://schemas.openxmlformats.org/officeDocument/2006/relationships/slideLayout" Target="/ppt/slideLayouts/slideLayout4.xml" Id="R5447003280b84b6e" /><Relationship Type="http://schemas.openxmlformats.org/officeDocument/2006/relationships/slideLayout" Target="/ppt/slideLayouts/slideLayout5.xml" Id="Rbb0b54aa4b8949a2" /><Relationship Type="http://schemas.openxmlformats.org/officeDocument/2006/relationships/slideLayout" Target="/ppt/slideLayouts/slideLayout6.xml" Id="R67a89a1dd2024cf4" /><Relationship Type="http://schemas.openxmlformats.org/officeDocument/2006/relationships/slideLayout" Target="/ppt/slideLayouts/slideLayout7.xml" Id="R5dc80c17f4054f5b" /><Relationship Type="http://schemas.openxmlformats.org/officeDocument/2006/relationships/slideLayout" Target="/ppt/slideLayouts/slideLayout8.xml" Id="R4c8b14dbb77b46cd" /><Relationship Type="http://schemas.openxmlformats.org/officeDocument/2006/relationships/slideLayout" Target="/ppt/slideLayouts/slideLayout9.xml" Id="R2073c54951d0433b" /><Relationship Type="http://schemas.openxmlformats.org/officeDocument/2006/relationships/slideLayout" Target="/ppt/slideLayouts/slideLayout10.xml" Id="R7274c8ce56f9440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539b16a3fd4cfd"/>
    <p:sldLayoutId xmlns:r="http://schemas.openxmlformats.org/officeDocument/2006/relationships" id="2147483650" r:id="R03c966edd6fa41c2"/>
    <p:sldLayoutId xmlns:r="http://schemas.openxmlformats.org/officeDocument/2006/relationships" id="2147483651" r:id="R2797dbc2a19940f1"/>
    <p:sldLayoutId xmlns:r="http://schemas.openxmlformats.org/officeDocument/2006/relationships" id="2147483652" r:id="R5447003280b84b6e"/>
    <p:sldLayoutId xmlns:r="http://schemas.openxmlformats.org/officeDocument/2006/relationships" id="2147483653" r:id="Rbb0b54aa4b8949a2"/>
    <p:sldLayoutId xmlns:r="http://schemas.openxmlformats.org/officeDocument/2006/relationships" id="2147483654" r:id="R67a89a1dd2024cf4"/>
    <p:sldLayoutId xmlns:r="http://schemas.openxmlformats.org/officeDocument/2006/relationships" id="2147483655" r:id="R5dc80c17f4054f5b"/>
    <p:sldLayoutId xmlns:r="http://schemas.openxmlformats.org/officeDocument/2006/relationships" id="2147483656" r:id="R4c8b14dbb77b46cd"/>
    <p:sldLayoutId xmlns:r="http://schemas.openxmlformats.org/officeDocument/2006/relationships" id="2147483657" r:id="R2073c54951d0433b"/>
    <p:sldLayoutId xmlns:r="http://schemas.openxmlformats.org/officeDocument/2006/relationships" id="2147483658" r:id="R7274c8ce56f9440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cdf6db4de4cc6" /><Relationship Type="http://schemas.openxmlformats.org/officeDocument/2006/relationships/notesSlide" Target="/ppt/notesSlides/notesSlide1.xml" Id="R204a9a34e58041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208ce6cfa44b4c" /><Relationship Type="http://schemas.openxmlformats.org/officeDocument/2006/relationships/notesSlide" Target="/ppt/notesSlides/notesSlide2.xml" Id="R279baf9bf31e47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fd0ebb7a594527" /><Relationship Type="http://schemas.openxmlformats.org/officeDocument/2006/relationships/notesSlide" Target="/ppt/notesSlides/notesSlide3.xml" Id="R2b3b3e113705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1ce4f02f7f43e0" /><Relationship Type="http://schemas.openxmlformats.org/officeDocument/2006/relationships/notesSlide" Target="/ppt/notesSlides/notesSlide4.xml" Id="Rcfc4ae766986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10d0c74794a87" /><Relationship Type="http://schemas.openxmlformats.org/officeDocument/2006/relationships/notesSlide" Target="/ppt/notesSlides/notesSlide5.xml" Id="R6a8140a92a304f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d84da3de3a4c96" /><Relationship Type="http://schemas.openxmlformats.org/officeDocument/2006/relationships/notesSlide" Target="/ppt/notesSlides/notesSlide6.xml" Id="Rb00e042d4cee4e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b6828f27d4005" /><Relationship Type="http://schemas.openxmlformats.org/officeDocument/2006/relationships/notesSlide" Target="/ppt/notesSlides/notesSlide7.xml" Id="R2f6a3ca2c06c4c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c2eff6f6b45c2" /><Relationship Type="http://schemas.openxmlformats.org/officeDocument/2006/relationships/image" Target="/ppt/media/image3.png" Id="Rb5d39a0c0b844513" /><Relationship Type="http://schemas.openxmlformats.org/officeDocument/2006/relationships/notesSlide" Target="/ppt/notesSlides/notesSlide8.xml" Id="R7fe0e5c0eca5449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Refusal as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a measured feature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September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Track 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Local evaluation project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Harbor Devices · fictional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5D18E741-BFD2-4ECD-A231-8A60E429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 support analyst should not invent private customer details, live stock counts or future prices.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knowledge base contains policy documents. Familiar product names do not make an unrelated question answerable.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Unsupported answers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Business risk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 questions explicitly require refusal. The improved query-coverage guard can decline before a model call.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Errors count as failures. Source citations are checked, but valid IDs alone do not prove that the claims are supported.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Refusal evidence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Simple baseline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95-character chunks, overlap ranking, top two excerpts, no refusal guard. Easy to explain and deliberately weak.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retrieval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 chunks, IDF reranking, family-level version pruning and query coverage checks. Lexical matching still limits generalization.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business writes. Source and model outputs are untrusted. Local process identity needs replacement before multi-user deployment.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Architecture and trade-offs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Generated Markdown feeds a Python retrieval step and local Ollama generation. Every run persists observations for Langfuse. A separate MCP stdio process exposes synthetic case reads.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OWNED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50 questions across five categories.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answers and source IDs.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Ten must-refuse cases.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Baseline: 30/50 retrieval, 15/50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Improved: 50/50 retrieval, 38/50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remain failed answers.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FD6AB9A-5F9E-5F59-51AB-3C8734130965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MODEL RUNS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regression tests pass.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1,000-call quota exercise.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Cross-owner read denied after fix.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model traces exported.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Generation p50 744 ms, p95 1977 ms.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from Langfuse observations.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Unsupported answers in practice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Revenue, admin password, CEO salary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Q41–Q43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Future prices, bank account, encryption key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Q44–Q46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Live inventory and legal liability cap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Q47–Q48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Outage cause and private address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Q49–Q50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Review focus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Known words can still form an unsupported query. Lexical coverage is an incomplete refusal test.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Measure unnecessary refusals on independently authored paraphrases and adversarial questions.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Failure, limits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failure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Known words can still form an unsupported query. Lexical coverage is an incomplete refusal test.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Evaluation limit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Source-ID and keyword checks miss semantic errors. The development set shares wording with the corpus.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Measure unnecessary refusals on independently authored paraphrases and adversarial questions.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evidence describes this owned synthetic lab. Its measurements do not establish production safety or represent customer outcomes.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Per-category model results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Actual local model runs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 = required source IDs recovered. G = answer rubric passed. Each category contains ten questions. Errors count as failed G.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Category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easy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conflict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must refuse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38/50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Execution errors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 /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Qwen2.5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Synthetic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Recorded evidence replay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9a0c0b844513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9906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571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2026-09-13T22:05:49.2080000Z</dcterms:created>
  <dcterms:modified xsi:type="dcterms:W3CDTF">2026-09-13T22:05:49.2080000Z</dcterms:modified>
</coreProperties>
</file>