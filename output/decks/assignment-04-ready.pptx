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f50ed504714822" /><Relationship Type="http://schemas.openxmlformats.org/officeDocument/2006/relationships/extended-properties" Target="/docProps/app.xml" Id="R5834e024ccc94361" /><Relationship Type="http://schemas.openxmlformats.org/officeDocument/2006/relationships/officeDocument" Target="/ppt/presentation.xml" Id="Rf6fc93c3028843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214ff04e9d4c30"/>
  </p:sldMasterIdLst>
  <p:notesMasterIdLst>
    <p:notesMasterId xmlns:r="http://schemas.openxmlformats.org/officeDocument/2006/relationships" r:id="R20366e2710234e63"/>
  </p:notesMasterIdLst>
  <p:sldIdLst>
    <p:sldId xmlns:r="http://schemas.openxmlformats.org/officeDocument/2006/relationships" id="256" r:id="R02692a52d1144d62"/>
    <p:sldId xmlns:r="http://schemas.openxmlformats.org/officeDocument/2006/relationships" id="257" r:id="Raef8d8321a414a88"/>
    <p:sldId xmlns:r="http://schemas.openxmlformats.org/officeDocument/2006/relationships" id="258" r:id="R974f6cde6de64fb7"/>
    <p:sldId xmlns:r="http://schemas.openxmlformats.org/officeDocument/2006/relationships" id="259" r:id="R6dd1c4344b524630"/>
    <p:sldId xmlns:r="http://schemas.openxmlformats.org/officeDocument/2006/relationships" id="260" r:id="Rc0a1a5a67d0340d5"/>
    <p:sldId xmlns:r="http://schemas.openxmlformats.org/officeDocument/2006/relationships" id="261" r:id="R547f0995e52640ed"/>
    <p:sldId xmlns:r="http://schemas.openxmlformats.org/officeDocument/2006/relationships" id="262" r:id="R379b71096c0040fa"/>
    <p:sldId xmlns:r="http://schemas.openxmlformats.org/officeDocument/2006/relationships" id="263" r:id="R729fe96e4c8741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0b422a5d534a99" /><Relationship Type="http://schemas.openxmlformats.org/officeDocument/2006/relationships/slideMaster" Target="/ppt/slideMasters/slideMaster1.xml" Id="R7e214ff04e9d4c30" /><Relationship Type="http://schemas.openxmlformats.org/officeDocument/2006/relationships/notesMaster" Target="/ppt/notesMasters/notesMaster1.xml" Id="R20366e2710234e63" /><Relationship Type="http://schemas.openxmlformats.org/officeDocument/2006/relationships/presProps" Target="/ppt/presProps.xml" Id="Ref480204d6ae45ce" /><Relationship Type="http://schemas.openxmlformats.org/officeDocument/2006/relationships/viewProps" Target="/ppt/viewProps.xml" Id="Rec31cb9089bb45f8" /><Relationship Type="http://schemas.openxmlformats.org/officeDocument/2006/relationships/tableStyles" Target="/ppt/tableStyles.xml" Id="R2b5aec1c631140b9" /><Relationship Type="http://schemas.openxmlformats.org/officeDocument/2006/relationships/slide" Target="/ppt/slides/slide1.xml" Id="R02692a52d1144d62" /><Relationship Type="http://schemas.openxmlformats.org/officeDocument/2006/relationships/slide" Target="/ppt/slides/slide2.xml" Id="Raef8d8321a414a88" /><Relationship Type="http://schemas.openxmlformats.org/officeDocument/2006/relationships/slide" Target="/ppt/slides/slide3.xml" Id="R974f6cde6de64fb7" /><Relationship Type="http://schemas.openxmlformats.org/officeDocument/2006/relationships/slide" Target="/ppt/slides/slide4.xml" Id="R6dd1c4344b524630" /><Relationship Type="http://schemas.openxmlformats.org/officeDocument/2006/relationships/slide" Target="/ppt/slides/slide5.xml" Id="Rc0a1a5a67d0340d5" /><Relationship Type="http://schemas.openxmlformats.org/officeDocument/2006/relationships/slide" Target="/ppt/slides/slide6.xml" Id="R547f0995e52640ed" /><Relationship Type="http://schemas.openxmlformats.org/officeDocument/2006/relationships/slide" Target="/ppt/slides/slide7.xml" Id="R379b71096c0040fa" /><Relationship Type="http://schemas.openxmlformats.org/officeDocument/2006/relationships/slide" Target="/ppt/slides/slide8.xml" Id="R729fe96e4c8741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a5718e28bc4c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0eaae8df0f4d95" /><Relationship Type="http://schemas.openxmlformats.org/officeDocument/2006/relationships/notesMaster" Target="/ppt/notesMasters/notesMaster1.xml" Id="R8925f7da32ca46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9b01121f514e7b" /><Relationship Type="http://schemas.openxmlformats.org/officeDocument/2006/relationships/notesMaster" Target="/ppt/notesMasters/notesMaster1.xml" Id="Rf03d59245df14e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799c6f98cf4ae7" /><Relationship Type="http://schemas.openxmlformats.org/officeDocument/2006/relationships/notesMaster" Target="/ppt/notesMasters/notesMaster1.xml" Id="R3166185208ac4c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ee4adeda9a49cc" /><Relationship Type="http://schemas.openxmlformats.org/officeDocument/2006/relationships/notesMaster" Target="/ppt/notesMasters/notesMaster1.xml" Id="Ra7e5ddf8b40843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4e53effb2a4857" /><Relationship Type="http://schemas.openxmlformats.org/officeDocument/2006/relationships/notesMaster" Target="/ppt/notesMasters/notesMaster1.xml" Id="R93ee1bde518a4c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3d2b3c702f4b62" /><Relationship Type="http://schemas.openxmlformats.org/officeDocument/2006/relationships/notesMaster" Target="/ppt/notesMasters/notesMaster1.xml" Id="Rf120a08e4bf44b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3268d0e94542a4" /><Relationship Type="http://schemas.openxmlformats.org/officeDocument/2006/relationships/notesMaster" Target="/ppt/notesMasters/notesMaster1.xml" Id="R9cd08c61e78546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051c8578b142f8" /><Relationship Type="http://schemas.openxmlformats.org/officeDocument/2006/relationships/notesMaster" Target="/ppt/notesMasters/notesMaster1.xml" Id="R1634804ed6a54c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415d8ceec42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ecbde7db04a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04898a389049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8ff5e963141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806ef4f8649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578f453fc4d6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63c29841c44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50bb23ed9401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208a2b26c4397" /><Relationship Type="http://schemas.openxmlformats.org/officeDocument/2006/relationships/image" Target="/ppt/media/image.png" Id="Rc97ff3db3b2b482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7f822bebb4c1b" /><Relationship Type="http://schemas.openxmlformats.org/officeDocument/2006/relationships/image" Target="/ppt/media/image2.png" Id="R9292fa41a51a4ce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c97ff3db3b2b482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9292fa41a51a4ce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5da19952a94c2c" /><Relationship Type="http://schemas.openxmlformats.org/officeDocument/2006/relationships/slideLayout" Target="/ppt/slideLayouts/slideLayout1.xml" Id="Rcd6adc0dbf6b42aa" /><Relationship Type="http://schemas.openxmlformats.org/officeDocument/2006/relationships/slideLayout" Target="/ppt/slideLayouts/slideLayout2.xml" Id="R5458aa044f3d4bbd" /><Relationship Type="http://schemas.openxmlformats.org/officeDocument/2006/relationships/slideLayout" Target="/ppt/slideLayouts/slideLayout3.xml" Id="Ra6fc84047e3b4b22" /><Relationship Type="http://schemas.openxmlformats.org/officeDocument/2006/relationships/slideLayout" Target="/ppt/slideLayouts/slideLayout4.xml" Id="Rd88c7e6ea55a4ce7" /><Relationship Type="http://schemas.openxmlformats.org/officeDocument/2006/relationships/slideLayout" Target="/ppt/slideLayouts/slideLayout5.xml" Id="R2d6327cffa2a4621" /><Relationship Type="http://schemas.openxmlformats.org/officeDocument/2006/relationships/slideLayout" Target="/ppt/slideLayouts/slideLayout6.xml" Id="R3542d366e2e5475d" /><Relationship Type="http://schemas.openxmlformats.org/officeDocument/2006/relationships/slideLayout" Target="/ppt/slideLayouts/slideLayout7.xml" Id="R7ee478abdff145f3" /><Relationship Type="http://schemas.openxmlformats.org/officeDocument/2006/relationships/slideLayout" Target="/ppt/slideLayouts/slideLayout8.xml" Id="R0eed6b1fe6604516" /><Relationship Type="http://schemas.openxmlformats.org/officeDocument/2006/relationships/slideLayout" Target="/ppt/slideLayouts/slideLayout9.xml" Id="Rb6342ef3eacc4f83" /><Relationship Type="http://schemas.openxmlformats.org/officeDocument/2006/relationships/slideLayout" Target="/ppt/slideLayouts/slideLayout10.xml" Id="R4b2728e3e897482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6adc0dbf6b42aa"/>
    <p:sldLayoutId xmlns:r="http://schemas.openxmlformats.org/officeDocument/2006/relationships" id="2147483650" r:id="R5458aa044f3d4bbd"/>
    <p:sldLayoutId xmlns:r="http://schemas.openxmlformats.org/officeDocument/2006/relationships" id="2147483651" r:id="Ra6fc84047e3b4b22"/>
    <p:sldLayoutId xmlns:r="http://schemas.openxmlformats.org/officeDocument/2006/relationships" id="2147483652" r:id="Rd88c7e6ea55a4ce7"/>
    <p:sldLayoutId xmlns:r="http://schemas.openxmlformats.org/officeDocument/2006/relationships" id="2147483653" r:id="R2d6327cffa2a4621"/>
    <p:sldLayoutId xmlns:r="http://schemas.openxmlformats.org/officeDocument/2006/relationships" id="2147483654" r:id="R3542d366e2e5475d"/>
    <p:sldLayoutId xmlns:r="http://schemas.openxmlformats.org/officeDocument/2006/relationships" id="2147483655" r:id="R7ee478abdff145f3"/>
    <p:sldLayoutId xmlns:r="http://schemas.openxmlformats.org/officeDocument/2006/relationships" id="2147483656" r:id="R0eed6b1fe6604516"/>
    <p:sldLayoutId xmlns:r="http://schemas.openxmlformats.org/officeDocument/2006/relationships" id="2147483657" r:id="Rb6342ef3eacc4f83"/>
    <p:sldLayoutId xmlns:r="http://schemas.openxmlformats.org/officeDocument/2006/relationships" id="2147483658" r:id="R4b2728e3e897482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7926a6daa4503" /><Relationship Type="http://schemas.openxmlformats.org/officeDocument/2006/relationships/notesSlide" Target="/ppt/notesSlides/notesSlide1.xml" Id="R226c373840794b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559d3c62a34d38" /><Relationship Type="http://schemas.openxmlformats.org/officeDocument/2006/relationships/notesSlide" Target="/ppt/notesSlides/notesSlide2.xml" Id="Ra956aab96eb941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087f0d66e9b4ebb" /><Relationship Type="http://schemas.openxmlformats.org/officeDocument/2006/relationships/notesSlide" Target="/ppt/notesSlides/notesSlide3.xml" Id="Reced6011be824e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b06f551a824717" /><Relationship Type="http://schemas.openxmlformats.org/officeDocument/2006/relationships/notesSlide" Target="/ppt/notesSlides/notesSlide4.xml" Id="R4325efe702b043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99eb344113496e" /><Relationship Type="http://schemas.openxmlformats.org/officeDocument/2006/relationships/notesSlide" Target="/ppt/notesSlides/notesSlide5.xml" Id="Re694b659e25343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b441bff9c904ed4" /><Relationship Type="http://schemas.openxmlformats.org/officeDocument/2006/relationships/notesSlide" Target="/ppt/notesSlides/notesSlide6.xml" Id="R0b9e5f0dae214c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de54041d047c6" /><Relationship Type="http://schemas.openxmlformats.org/officeDocument/2006/relationships/notesSlide" Target="/ppt/notesSlides/notesSlide7.xml" Id="R5fe3754dc30741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af71b8708d4660" /><Relationship Type="http://schemas.openxmlformats.org/officeDocument/2006/relationships/image" Target="/ppt/media/image3.png" Id="R68c7846a473d4e7e" /><Relationship Type="http://schemas.openxmlformats.org/officeDocument/2006/relationships/notesSlide" Target="/ppt/notesSlides/notesSlide8.xml" Id="R919e261fa12e42a2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SAP API policy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Technical reading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Evidence date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14 September 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Track D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Local evaluation project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Harbor Devices · fictional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AC1C5183-8F85-4513-B522-3D1EB87B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Our lab uses owned code and synthetic documents. No client system, colleague system or production SAP endpoint is connected.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The technical reading is dated 14 September 2026. The brief and house rules still require supervisor review and team circulation.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Policy boundaries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The program boundary</a:t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Policy v.4.2026a restricts agentic call sequences outside the relevant endorsed pathways and prevents circumvention.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FAQ v1.3, June 2026, adds nuance on custom MCP. Q39 and Q56 should both remain visible in architecture review.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Versioned evidence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Simple baseline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95-character chunks, overlap ranking, top two excerpts, no refusal guard. Easy to explain and deliberately weak.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Improved retrieval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Paragraph chunks, IDF reranking, family-level version pruning and query coverage checks. Lexical matching still limits generalization.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Human boundary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business writes. Source and model outputs are untrusted. Local process identity needs replacement before multi-user deployment.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Architecture and trade-offs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Generated Markdown feeds a Python retrieval step and local Ollama generation. Every run persists observations for Langfuse. A separate MCP stdio process exposes synthetic case reads.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OWNED LOCAL WORKFLOW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50 questions across five categories.</a:t>
            </a:r>
          </a:p>
          <a:p xmlns:a="http://schemas.openxmlformats.org/drawingml/2006/main"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Expected answers and source IDs.</a:t>
            </a:r>
          </a:p>
          <a:p xmlns:a="http://schemas.openxmlformats.org/drawingml/2006/main"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Ten must-refuse cases.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Baseline: 30/50 retrieval, 15/50 answers.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Improved: 50/50 retrieval, 38/50 answers.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Errors remain failed answers.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evidence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710401-0DB3-D5DB-AAFF-832641C025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FD6AB9A-5F9E-5F59-51AB-3C8734130965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MODEL RUNS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 regression tests pass.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1,000-call quota exercise.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Cross-owner read denied after fix.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100 final model traces exported.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Generation p50 744 ms, p95 1977 ms.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Read from Langfuse observations.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SECURITY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Policy boundaries in practice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Policy v.4.2026a, section 2.2.2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Agentic access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FAQ v1.3 Q23/Q27/Q31: conditional use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Custom code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FAQ v1.3 Q35: MCP Gateway, Joule, A2A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Endorsed routes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Same URL can serve a different FAQ version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Version trap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Review focus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 stable link was insufficient evidence. The retrieved FAQ is v1.3 with 56 questions.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Obtain case-specific architecture guidance before any SAP access. This is not legal advice.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Failure, limits and next steps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Observed failure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stable link was insufficient evidence. The retrieved FAQ is v1.3 with 56 questions.</a:t>
            </a:r>
            <a:endParaRPr sz="1600"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Evaluation limit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Source-ID and keyword checks miss semantic errors. The development set shares wording with the corpus.</a:t>
            </a:r>
            <a:endParaRPr sz="1600"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Obtain case-specific architecture guidance before any SAP access. This is not legal advice.</a:t>
            </a:r>
            <a:endParaRPr sz="1600"/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evidence describes this owned synthetic lab. Its measurements do not establish production safety or represent customer outcomes.</a:t>
            </a:r>
          </a:p>
        </p:txBody>
      </p:sp>
      <p:sp>
        <p:nvSpPr>
          <p:cNvPr id="15" name="Slide Number Placeholder 14">
            <a:extLst xmlns:a="http://schemas.openxmlformats.org/drawingml/2006/main">
              <a:ext uri="{FF2B5EF4-FFF2-40B4-BE49-F238E27FC236}">
                <a16:creationId xmlns:a16="http://schemas.microsoft.com/office/drawing/2014/main" id="{3EC570A5-080B-09FC-753D-21568175A1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Per-category model results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Actual local model runs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 = required source IDs recovered. G = answer rubric passed. Each category contains ten questions. Errors count as failed G.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Category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Base R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Base G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Fixed R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Fixed G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easy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synthesis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conflict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stale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must refuse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All cases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30/50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50/50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38/50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Execution errors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Model / scope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Qwen2.5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0.5B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Synthetic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Local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Recorded evidence replay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7846a473d4e7e"/>
          <a:stretch xmlns:a="http://schemas.openxmlformats.org/drawingml/2006/main"/>
        </p:blipFill>
        <p:spPr>
          <a:xfrm xmlns:a="http://schemas.openxmlformats.org/drawingml/2006/main">
            <a:off x="1143000" y="1047750"/>
            <a:ext cx="9906000" cy="557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571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2026-09-13T22:05:24.5540000Z</dcterms:created>
  <dcterms:modified xsi:type="dcterms:W3CDTF">2026-09-13T22:05:24.5540000Z</dcterms:modified>
</coreProperties>
</file>