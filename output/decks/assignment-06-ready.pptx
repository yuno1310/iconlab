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a63d46e9f4846" /><Relationship Type="http://schemas.openxmlformats.org/officeDocument/2006/relationships/extended-properties" Target="/docProps/app.xml" Id="Rba92db650eb842a0" /><Relationship Type="http://schemas.openxmlformats.org/officeDocument/2006/relationships/officeDocument" Target="/ppt/presentation.xml" Id="R01aea52c243b46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6115b79d0641ac"/>
  </p:sldMasterIdLst>
  <p:notesMasterIdLst>
    <p:notesMasterId xmlns:r="http://schemas.openxmlformats.org/officeDocument/2006/relationships" r:id="Re2254f8015764421"/>
  </p:notesMasterIdLst>
  <p:sldIdLst>
    <p:sldId xmlns:r="http://schemas.openxmlformats.org/officeDocument/2006/relationships" id="256" r:id="R1785d01a4f17493d"/>
    <p:sldId xmlns:r="http://schemas.openxmlformats.org/officeDocument/2006/relationships" id="257" r:id="R1fef45e2c3034a3d"/>
    <p:sldId xmlns:r="http://schemas.openxmlformats.org/officeDocument/2006/relationships" id="258" r:id="R42a4c3922bba47eb"/>
    <p:sldId xmlns:r="http://schemas.openxmlformats.org/officeDocument/2006/relationships" id="259" r:id="R3ff6240f38c84018"/>
    <p:sldId xmlns:r="http://schemas.openxmlformats.org/officeDocument/2006/relationships" id="260" r:id="R71d3db0183134991"/>
    <p:sldId xmlns:r="http://schemas.openxmlformats.org/officeDocument/2006/relationships" id="261" r:id="Rcf8be9431af24e7f"/>
    <p:sldId xmlns:r="http://schemas.openxmlformats.org/officeDocument/2006/relationships" id="262" r:id="Rc48ddc6f1a484f6f"/>
    <p:sldId xmlns:r="http://schemas.openxmlformats.org/officeDocument/2006/relationships" id="263" r:id="R1616af68503f41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bcf7676cbe4d67" /><Relationship Type="http://schemas.openxmlformats.org/officeDocument/2006/relationships/slideMaster" Target="/ppt/slideMasters/slideMaster1.xml" Id="R4c6115b79d0641ac" /><Relationship Type="http://schemas.openxmlformats.org/officeDocument/2006/relationships/notesMaster" Target="/ppt/notesMasters/notesMaster1.xml" Id="Re2254f8015764421" /><Relationship Type="http://schemas.openxmlformats.org/officeDocument/2006/relationships/presProps" Target="/ppt/presProps.xml" Id="R04e8a6f14e754374" /><Relationship Type="http://schemas.openxmlformats.org/officeDocument/2006/relationships/viewProps" Target="/ppt/viewProps.xml" Id="Ra0ccce4a78c34a1d" /><Relationship Type="http://schemas.openxmlformats.org/officeDocument/2006/relationships/tableStyles" Target="/ppt/tableStyles.xml" Id="Ra1c493923a5f4a75" /><Relationship Type="http://schemas.openxmlformats.org/officeDocument/2006/relationships/slide" Target="/ppt/slides/slide1.xml" Id="R1785d01a4f17493d" /><Relationship Type="http://schemas.openxmlformats.org/officeDocument/2006/relationships/slide" Target="/ppt/slides/slide2.xml" Id="R1fef45e2c3034a3d" /><Relationship Type="http://schemas.openxmlformats.org/officeDocument/2006/relationships/slide" Target="/ppt/slides/slide3.xml" Id="R42a4c3922bba47eb" /><Relationship Type="http://schemas.openxmlformats.org/officeDocument/2006/relationships/slide" Target="/ppt/slides/slide4.xml" Id="R3ff6240f38c84018" /><Relationship Type="http://schemas.openxmlformats.org/officeDocument/2006/relationships/slide" Target="/ppt/slides/slide5.xml" Id="R71d3db0183134991" /><Relationship Type="http://schemas.openxmlformats.org/officeDocument/2006/relationships/slide" Target="/ppt/slides/slide6.xml" Id="Rcf8be9431af24e7f" /><Relationship Type="http://schemas.openxmlformats.org/officeDocument/2006/relationships/slide" Target="/ppt/slides/slide7.xml" Id="Rc48ddc6f1a484f6f" /><Relationship Type="http://schemas.openxmlformats.org/officeDocument/2006/relationships/slide" Target="/ppt/slides/slide8.xml" Id="R1616af68503f41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824d9f2d1d4b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b439ee03774212" /><Relationship Type="http://schemas.openxmlformats.org/officeDocument/2006/relationships/notesMaster" Target="/ppt/notesMasters/notesMaster1.xml" Id="R7d841a79e6454b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3bb5faf6874d3d" /><Relationship Type="http://schemas.openxmlformats.org/officeDocument/2006/relationships/notesMaster" Target="/ppt/notesMasters/notesMaster1.xml" Id="Ra29d899c48ca49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9392d0d60042f8" /><Relationship Type="http://schemas.openxmlformats.org/officeDocument/2006/relationships/notesMaster" Target="/ppt/notesMasters/notesMaster1.xml" Id="R84c71a821a1d4d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41564e12344faa" /><Relationship Type="http://schemas.openxmlformats.org/officeDocument/2006/relationships/notesMaster" Target="/ppt/notesMasters/notesMaster1.xml" Id="Reda222619ea840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19b47ffa5846e7" /><Relationship Type="http://schemas.openxmlformats.org/officeDocument/2006/relationships/notesMaster" Target="/ppt/notesMasters/notesMaster1.xml" Id="R156a9ef1307543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bc8d8ef8a74e41" /><Relationship Type="http://schemas.openxmlformats.org/officeDocument/2006/relationships/notesMaster" Target="/ppt/notesMasters/notesMaster1.xml" Id="R0eb6f7bb151d44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04dbbf8cc7451d" /><Relationship Type="http://schemas.openxmlformats.org/officeDocument/2006/relationships/notesMaster" Target="/ppt/notesMasters/notesMaster1.xml" Id="Rdcfe58aaec9d4b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8aae7f347a436d" /><Relationship Type="http://schemas.openxmlformats.org/officeDocument/2006/relationships/notesMaster" Target="/ppt/notesMasters/notesMaster1.xml" Id="Ra4b26b1082dd41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evidence/final-baseline/results.json; evidence/final-improved/results.json; evidence/security.json; evidence/latency-cost.json. Policy: SAP API Policy v.4.2026a and FAQ v1.3 June 2026, read 2026-09-14. https://help.sap.com/doc/sap-api-policy/latest/en-US/API_Policy_latest.pdf; https://d.dam.sap.com/x/UL9AiqH?doi=SAP1307757. Technical reading, not legal advice. Synthetic project. No human sign-off, second-person reproduction or external submission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01787579049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04f6ce66e46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5fd5e71ea40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1cae2aeaea40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bfd6385df048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481464d8446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1dec793ab410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031b1670b42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92d19b3f34f29" /><Relationship Type="http://schemas.openxmlformats.org/officeDocument/2006/relationships/image" Target="/ppt/media/image.png" Id="Rb630d86e60af408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8e6c0e1da42ad" /><Relationship Type="http://schemas.openxmlformats.org/officeDocument/2006/relationships/image" Target="/ppt/media/image2.png" Id="R37385acc885e47a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b630d86e60af408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37385acc885e47a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af1fad77374b8f" /><Relationship Type="http://schemas.openxmlformats.org/officeDocument/2006/relationships/slideLayout" Target="/ppt/slideLayouts/slideLayout1.xml" Id="Rcb5bc4c998714dce" /><Relationship Type="http://schemas.openxmlformats.org/officeDocument/2006/relationships/slideLayout" Target="/ppt/slideLayouts/slideLayout2.xml" Id="Rdd037d8e78724439" /><Relationship Type="http://schemas.openxmlformats.org/officeDocument/2006/relationships/slideLayout" Target="/ppt/slideLayouts/slideLayout3.xml" Id="Rc23eb809f45d4ad3" /><Relationship Type="http://schemas.openxmlformats.org/officeDocument/2006/relationships/slideLayout" Target="/ppt/slideLayouts/slideLayout4.xml" Id="Rc2912614c62d4a33" /><Relationship Type="http://schemas.openxmlformats.org/officeDocument/2006/relationships/slideLayout" Target="/ppt/slideLayouts/slideLayout5.xml" Id="Rf80c58aee2c74d8c" /><Relationship Type="http://schemas.openxmlformats.org/officeDocument/2006/relationships/slideLayout" Target="/ppt/slideLayouts/slideLayout6.xml" Id="R02dd79fd3d12460a" /><Relationship Type="http://schemas.openxmlformats.org/officeDocument/2006/relationships/slideLayout" Target="/ppt/slideLayouts/slideLayout7.xml" Id="R5e54308e678241e5" /><Relationship Type="http://schemas.openxmlformats.org/officeDocument/2006/relationships/slideLayout" Target="/ppt/slideLayouts/slideLayout8.xml" Id="R3bcf785de6864743" /><Relationship Type="http://schemas.openxmlformats.org/officeDocument/2006/relationships/slideLayout" Target="/ppt/slideLayouts/slideLayout9.xml" Id="R6d546afd6758465e" /><Relationship Type="http://schemas.openxmlformats.org/officeDocument/2006/relationships/slideLayout" Target="/ppt/slideLayouts/slideLayout10.xml" Id="R9e8d3cb6ecba461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5bc4c998714dce"/>
    <p:sldLayoutId xmlns:r="http://schemas.openxmlformats.org/officeDocument/2006/relationships" id="2147483650" r:id="Rdd037d8e78724439"/>
    <p:sldLayoutId xmlns:r="http://schemas.openxmlformats.org/officeDocument/2006/relationships" id="2147483651" r:id="Rc23eb809f45d4ad3"/>
    <p:sldLayoutId xmlns:r="http://schemas.openxmlformats.org/officeDocument/2006/relationships" id="2147483652" r:id="Rc2912614c62d4a33"/>
    <p:sldLayoutId xmlns:r="http://schemas.openxmlformats.org/officeDocument/2006/relationships" id="2147483653" r:id="Rf80c58aee2c74d8c"/>
    <p:sldLayoutId xmlns:r="http://schemas.openxmlformats.org/officeDocument/2006/relationships" id="2147483654" r:id="R02dd79fd3d12460a"/>
    <p:sldLayoutId xmlns:r="http://schemas.openxmlformats.org/officeDocument/2006/relationships" id="2147483655" r:id="R5e54308e678241e5"/>
    <p:sldLayoutId xmlns:r="http://schemas.openxmlformats.org/officeDocument/2006/relationships" id="2147483656" r:id="R3bcf785de6864743"/>
    <p:sldLayoutId xmlns:r="http://schemas.openxmlformats.org/officeDocument/2006/relationships" id="2147483657" r:id="R6d546afd6758465e"/>
    <p:sldLayoutId xmlns:r="http://schemas.openxmlformats.org/officeDocument/2006/relationships" id="2147483658" r:id="R9e8d3cb6ecba461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0ddef826743f8" /><Relationship Type="http://schemas.openxmlformats.org/officeDocument/2006/relationships/notesSlide" Target="/ppt/notesSlides/notesSlide1.xml" Id="Rdd43a0dc1c0540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8f7ac2de3245dc" /><Relationship Type="http://schemas.openxmlformats.org/officeDocument/2006/relationships/notesSlide" Target="/ppt/notesSlides/notesSlide2.xml" Id="R37f95a7731b344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8e5eaa91cb844e7" /><Relationship Type="http://schemas.openxmlformats.org/officeDocument/2006/relationships/notesSlide" Target="/ppt/notesSlides/notesSlide3.xml" Id="Rcf3c6091e9d243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1cca5c2bf724ba4" /><Relationship Type="http://schemas.openxmlformats.org/officeDocument/2006/relationships/notesSlide" Target="/ppt/notesSlides/notesSlide4.xml" Id="R62b5c5e66c674e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49832c92ac4a38" /><Relationship Type="http://schemas.openxmlformats.org/officeDocument/2006/relationships/notesSlide" Target="/ppt/notesSlides/notesSlide5.xml" Id="R8d265036cb274c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1f6455c22a6415a" /><Relationship Type="http://schemas.openxmlformats.org/officeDocument/2006/relationships/notesSlide" Target="/ppt/notesSlides/notesSlide6.xml" Id="R236db1d5c02644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1cb53de8a4e2b" /><Relationship Type="http://schemas.openxmlformats.org/officeDocument/2006/relationships/notesSlide" Target="/ppt/notesSlides/notesSlide7.xml" Id="Rd76d4fe38e364c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125a8ccff144ca" /><Relationship Type="http://schemas.openxmlformats.org/officeDocument/2006/relationships/image" Target="/ppt/media/image3.png" Id="R8ce2c09dcdbf4994" /><Relationship Type="http://schemas.openxmlformats.org/officeDocument/2006/relationships/notesSlide" Target="/ppt/notesSlides/notesSlide8.xml" Id="R68fdaa1081c44ee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Separate retrieval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from generation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Evidence date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14 September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Track D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Local evaluation project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Harbor Devices · fictional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2301CBC0-2CAF-4A2C-B386-B4A4157B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Naive chunks split sentences at 95 characters and rank by token overlap. A relevant source can be missing entirely.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The repair preserves paragraphs, reranks candidates and suppresses obsolete versions within a family.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Two diagnostic scores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Missing evidence</a:t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Retrieval can recover the expected document IDs while the answer omits a fact or invents a citation.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 the actual excerpt and transcript. Source-ID recovery does not prove complete evidence reached generation.</a:t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Wrong answer</a:t>
            </a: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Simple baseline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95-character chunks, overlap ranking, top two excerpts, no refusal guard. Easy to explain and deliberately weak.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 retrieval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Paragraph chunks, IDF reranking, family-level version pruning and query coverage checks. Lexical matching still limits generalization.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Human boundary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business writes. Source and model outputs are untrusted. Local process identity needs replacement before multi-user deployment.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Architecture and trade-offs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Generated Markdown feeds a Python retrieval step and local Ollama generation. Every run persists observations for Langfuse. A separate MCP stdio process exposes synthetic case reads.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OWNED LOCAL WORKFLOW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2377079-BCC4-2661-2A12-E4395F1ED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50 questions across five categories.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Expected answers and source IDs.</a:t>
            </a:r>
          </a:p>
          <a:p xmlns:a="http://schemas.openxmlformats.org/drawingml/2006/main">
            <a:pPr lvl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Ten must-refuse cases.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C167C81-957E-4EDD-97F6-7EF86B8F4A0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239689"/>
            <a:ext cx="5537200" cy="141136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Baseline: 30/50 retrieval, 15/50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Improved: 50/50 retrieval, 38/50 answers.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Errors remain failed answers.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BC1ACDB-02B5-99AA-385B-D8D9B44C2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evidence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710401-0DB3-D5DB-AAFF-832641C025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71B5B5-6269-DE95-4939-B738B6B6AC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FD6AB9A-5F9E-5F59-51AB-3C8734130965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2CF1976-C150-A891-2CEC-BE355693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A0FCF870-B47E-94BD-EEDF-DD8F2A5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0518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MODEL RUNS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D1C9BF-63F4-2888-893B-5F7ECE54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regression tests pass.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1,000-call quota exercise.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Cross-owner read denied after fix.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708BAE86-327C-6895-AEA3-FE9F89F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468539"/>
            <a:ext cx="5537200" cy="1411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 final model traces exported.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Generation p50 744 ms, p95 1977 ms.</a:t>
            </a:r>
          </a:p>
          <a:p xmlns:a="http://schemas.openxmlformats.org/drawingml/2006/main">
            <a:pPr marL="228600" marR="0" lvl="0" indent="-22860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 from Langfuse observations.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8880891-2DF5-4AB7-C919-6164AD9A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SECURITY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144A4BC-3976-C678-219A-2173C82E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4034030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24749420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Two diagnostic scores in practice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one-fact lookups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Easy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questions requiring two documents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Synthesis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conflicting and 10 outdated-source cases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Conflict / stale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questions absent from the corpus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Must refuse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Review focus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first JSON-only run had 45/50 execution errors. Explicit output schemas improved reliability.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Add evidence-span recall and human calibration. Phrase matching cannot prove semantic truth.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Failure, limits and next steps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Observed failure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first JSON-only run had 45/50 execution errors. Explicit output schemas improved reliability.</a:t>
            </a:r>
            <a:endParaRPr sz="1600"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Evaluation limit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Source-ID and keyword checks miss semantic errors. The development set shares wording with the corpus.</a:t>
            </a:r>
            <a:endParaRPr sz="1600"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Next action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Add evidence-span recall and human calibration. Phrase matching cannot prove semantic truth.</a:t>
            </a:r>
            <a:endParaRPr sz="1600"/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evidence describes this owned synthetic lab. Its measurements do not establish production safety or represent customer outcomes.</a:t>
            </a:r>
          </a:p>
        </p:txBody>
      </p:sp>
      <p:sp>
        <p:nvSpPr>
          <p:cNvPr id="15" name="Slide Number Placeholder 14">
            <a:extLst xmlns:a="http://schemas.openxmlformats.org/drawingml/2006/main"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Per-category model results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21193"/>
            <a:ext cx="11404599" cy="10485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Actual local model runs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 = required source IDs recovered. G = answer rubric passed. Each category contains ten questions. Errors count as failed G.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Category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Base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R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Fixed G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easy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synthesis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conflict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stale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must refuse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10/10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All cases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50/50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38/50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Execution errors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Model /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Qwen2.5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0.5B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Synthetic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Local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440A81-02FE-A94E-7F97-15248A945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Recorded evidence replay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598689-54C9-18A7-3A19-ED76AA08988F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9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90" y="2374900"/>
            <a:ext cx="5537200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529" y="1810684"/>
            <a:ext cx="5529961" cy="2213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None/>
            </a:pPr>
            <a:r>
              <a:rPr sz="1200" b="1" i="0" u="none" cap="none" spc="10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2c09dcdbf4994"/>
          <a:stretch xmlns:a="http://schemas.openxmlformats.org/drawingml/2006/main"/>
        </p:blipFill>
        <p:spPr>
          <a:xfrm xmlns:a="http://schemas.openxmlformats.org/drawingml/2006/main">
            <a:off x="1143000" y="1047750"/>
            <a:ext cx="990600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571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2026-09-13T22:05:34.4870000Z</dcterms:created>
  <dcterms:modified xsi:type="dcterms:W3CDTF">2026-09-13T22:05:34.4870000Z</dcterms:modified>
</coreProperties>
</file>