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fa7c83f7814615" /><Relationship Type="http://schemas.openxmlformats.org/officeDocument/2006/relationships/extended-properties" Target="/docProps/app.xml" Id="R623c64fd740a464c" /><Relationship Type="http://schemas.openxmlformats.org/officeDocument/2006/relationships/officeDocument" Target="/ppt/presentation.xml" Id="R956b1d0475f0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0e98af1b0040d8"/>
  </p:sldMasterIdLst>
  <p:notesMasterIdLst>
    <p:notesMasterId xmlns:r="http://schemas.openxmlformats.org/officeDocument/2006/relationships" r:id="Refcec6a22bd94329"/>
  </p:notesMasterIdLst>
  <p:sldIdLst>
    <p:sldId xmlns:r="http://schemas.openxmlformats.org/officeDocument/2006/relationships" id="256" r:id="R57b920a9ae5f491d"/>
    <p:sldId xmlns:r="http://schemas.openxmlformats.org/officeDocument/2006/relationships" id="257" r:id="Rfb782033e7d94e8c"/>
    <p:sldId xmlns:r="http://schemas.openxmlformats.org/officeDocument/2006/relationships" id="258" r:id="R1234393e61a04d5e"/>
    <p:sldId xmlns:r="http://schemas.openxmlformats.org/officeDocument/2006/relationships" id="259" r:id="Rf6c7de228dd54d5e"/>
    <p:sldId xmlns:r="http://schemas.openxmlformats.org/officeDocument/2006/relationships" id="260" r:id="R09fdd24e41e44af4"/>
    <p:sldId xmlns:r="http://schemas.openxmlformats.org/officeDocument/2006/relationships" id="261" r:id="R2f0c7c2631924593"/>
    <p:sldId xmlns:r="http://schemas.openxmlformats.org/officeDocument/2006/relationships" id="262" r:id="Rabe3504df7694089"/>
    <p:sldId xmlns:r="http://schemas.openxmlformats.org/officeDocument/2006/relationships" id="263" r:id="R0ea068573bc44f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91763ffbe4063" /><Relationship Type="http://schemas.openxmlformats.org/officeDocument/2006/relationships/slideMaster" Target="/ppt/slideMasters/slideMaster1.xml" Id="Ref0e98af1b0040d8" /><Relationship Type="http://schemas.openxmlformats.org/officeDocument/2006/relationships/notesMaster" Target="/ppt/notesMasters/notesMaster1.xml" Id="Refcec6a22bd94329" /><Relationship Type="http://schemas.openxmlformats.org/officeDocument/2006/relationships/presProps" Target="/ppt/presProps.xml" Id="R04cd5a392dcd46c2" /><Relationship Type="http://schemas.openxmlformats.org/officeDocument/2006/relationships/viewProps" Target="/ppt/viewProps.xml" Id="R9c9cf21046284118" /><Relationship Type="http://schemas.openxmlformats.org/officeDocument/2006/relationships/tableStyles" Target="/ppt/tableStyles.xml" Id="R9e5805d53ee64f25" /><Relationship Type="http://schemas.openxmlformats.org/officeDocument/2006/relationships/slide" Target="/ppt/slides/slide1.xml" Id="R57b920a9ae5f491d" /><Relationship Type="http://schemas.openxmlformats.org/officeDocument/2006/relationships/slide" Target="/ppt/slides/slide2.xml" Id="Rfb782033e7d94e8c" /><Relationship Type="http://schemas.openxmlformats.org/officeDocument/2006/relationships/slide" Target="/ppt/slides/slide3.xml" Id="R1234393e61a04d5e" /><Relationship Type="http://schemas.openxmlformats.org/officeDocument/2006/relationships/slide" Target="/ppt/slides/slide4.xml" Id="Rf6c7de228dd54d5e" /><Relationship Type="http://schemas.openxmlformats.org/officeDocument/2006/relationships/slide" Target="/ppt/slides/slide5.xml" Id="R09fdd24e41e44af4" /><Relationship Type="http://schemas.openxmlformats.org/officeDocument/2006/relationships/slide" Target="/ppt/slides/slide6.xml" Id="R2f0c7c2631924593" /><Relationship Type="http://schemas.openxmlformats.org/officeDocument/2006/relationships/slide" Target="/ppt/slides/slide7.xml" Id="Rabe3504df7694089" /><Relationship Type="http://schemas.openxmlformats.org/officeDocument/2006/relationships/slide" Target="/ppt/slides/slide8.xml" Id="R0ea068573bc44f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9b2405e2c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796dcd81c04b8e" /><Relationship Type="http://schemas.openxmlformats.org/officeDocument/2006/relationships/notesMaster" Target="/ppt/notesMasters/notesMaster1.xml" Id="R81cfb765ab2c46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af2457c3b44590" /><Relationship Type="http://schemas.openxmlformats.org/officeDocument/2006/relationships/notesMaster" Target="/ppt/notesMasters/notesMaster1.xml" Id="R4e17bde21d4643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05a969543845f7" /><Relationship Type="http://schemas.openxmlformats.org/officeDocument/2006/relationships/notesMaster" Target="/ppt/notesMasters/notesMaster1.xml" Id="R55e6bfaacdf64c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1388176533438d" /><Relationship Type="http://schemas.openxmlformats.org/officeDocument/2006/relationships/notesMaster" Target="/ppt/notesMasters/notesMaster1.xml" Id="R4e6deb54a0024e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59ea866180402c" /><Relationship Type="http://schemas.openxmlformats.org/officeDocument/2006/relationships/notesMaster" Target="/ppt/notesMasters/notesMaster1.xml" Id="Ra8d50a19938240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b1c7c354a84ffa" /><Relationship Type="http://schemas.openxmlformats.org/officeDocument/2006/relationships/notesMaster" Target="/ppt/notesMasters/notesMaster1.xml" Id="Rcf487a03b9cb48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0564da8c6343c9" /><Relationship Type="http://schemas.openxmlformats.org/officeDocument/2006/relationships/notesMaster" Target="/ppt/notesMasters/notesMaster1.xml" Id="R2a0ffda6cc234c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2fb016d19a4d04" /><Relationship Type="http://schemas.openxmlformats.org/officeDocument/2006/relationships/notesMaster" Target="/ppt/notesMasters/notesMaster1.xml" Id="R75a43d9bd359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980392c634b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4f3111b054c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3b28e8ede47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07761e53345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fa3242b2f4e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1a6dc43e2459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4c8cc1ec84e7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cd14f0ec744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27d9b429040de" /><Relationship Type="http://schemas.openxmlformats.org/officeDocument/2006/relationships/image" Target="/ppt/media/image.png" Id="R5afaf47ee9d846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ef2245e414f72" /><Relationship Type="http://schemas.openxmlformats.org/officeDocument/2006/relationships/image" Target="/ppt/media/image2.png" Id="R08ea10202de6468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afaf47ee9d846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08ea10202de646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7ebe876bb04508" /><Relationship Type="http://schemas.openxmlformats.org/officeDocument/2006/relationships/slideLayout" Target="/ppt/slideLayouts/slideLayout1.xml" Id="Rf17d1e68e53641ed" /><Relationship Type="http://schemas.openxmlformats.org/officeDocument/2006/relationships/slideLayout" Target="/ppt/slideLayouts/slideLayout2.xml" Id="R09b6afe973fe4b19" /><Relationship Type="http://schemas.openxmlformats.org/officeDocument/2006/relationships/slideLayout" Target="/ppt/slideLayouts/slideLayout3.xml" Id="Raa3ff4d1539c43ea" /><Relationship Type="http://schemas.openxmlformats.org/officeDocument/2006/relationships/slideLayout" Target="/ppt/slideLayouts/slideLayout4.xml" Id="R69ebcf4baf084686" /><Relationship Type="http://schemas.openxmlformats.org/officeDocument/2006/relationships/slideLayout" Target="/ppt/slideLayouts/slideLayout5.xml" Id="R52f0887ebc8f4611" /><Relationship Type="http://schemas.openxmlformats.org/officeDocument/2006/relationships/slideLayout" Target="/ppt/slideLayouts/slideLayout6.xml" Id="R5521ea78301b4269" /><Relationship Type="http://schemas.openxmlformats.org/officeDocument/2006/relationships/slideLayout" Target="/ppt/slideLayouts/slideLayout7.xml" Id="R003eadf371dd4b47" /><Relationship Type="http://schemas.openxmlformats.org/officeDocument/2006/relationships/slideLayout" Target="/ppt/slideLayouts/slideLayout8.xml" Id="R5325e397d8da49a8" /><Relationship Type="http://schemas.openxmlformats.org/officeDocument/2006/relationships/slideLayout" Target="/ppt/slideLayouts/slideLayout9.xml" Id="R5eb104e8a29b4579" /><Relationship Type="http://schemas.openxmlformats.org/officeDocument/2006/relationships/slideLayout" Target="/ppt/slideLayouts/slideLayout10.xml" Id="R0e7e76cd4a1e46e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d1e68e53641ed"/>
    <p:sldLayoutId xmlns:r="http://schemas.openxmlformats.org/officeDocument/2006/relationships" id="2147483650" r:id="R09b6afe973fe4b19"/>
    <p:sldLayoutId xmlns:r="http://schemas.openxmlformats.org/officeDocument/2006/relationships" id="2147483651" r:id="Raa3ff4d1539c43ea"/>
    <p:sldLayoutId xmlns:r="http://schemas.openxmlformats.org/officeDocument/2006/relationships" id="2147483652" r:id="R69ebcf4baf084686"/>
    <p:sldLayoutId xmlns:r="http://schemas.openxmlformats.org/officeDocument/2006/relationships" id="2147483653" r:id="R52f0887ebc8f4611"/>
    <p:sldLayoutId xmlns:r="http://schemas.openxmlformats.org/officeDocument/2006/relationships" id="2147483654" r:id="R5521ea78301b4269"/>
    <p:sldLayoutId xmlns:r="http://schemas.openxmlformats.org/officeDocument/2006/relationships" id="2147483655" r:id="R003eadf371dd4b47"/>
    <p:sldLayoutId xmlns:r="http://schemas.openxmlformats.org/officeDocument/2006/relationships" id="2147483656" r:id="R5325e397d8da49a8"/>
    <p:sldLayoutId xmlns:r="http://schemas.openxmlformats.org/officeDocument/2006/relationships" id="2147483657" r:id="R5eb104e8a29b4579"/>
    <p:sldLayoutId xmlns:r="http://schemas.openxmlformats.org/officeDocument/2006/relationships" id="2147483658" r:id="R0e7e76cd4a1e46e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c3386474147c3" /><Relationship Type="http://schemas.openxmlformats.org/officeDocument/2006/relationships/notesSlide" Target="/ppt/notesSlides/notesSlide1.xml" Id="R7e844f59f8744d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ec77360e5e478b" /><Relationship Type="http://schemas.openxmlformats.org/officeDocument/2006/relationships/notesSlide" Target="/ppt/notesSlides/notesSlide2.xml" Id="R25a3182b85604b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e2002bb71f1410d" /><Relationship Type="http://schemas.openxmlformats.org/officeDocument/2006/relationships/notesSlide" Target="/ppt/notesSlides/notesSlide3.xml" Id="R67b58a94702749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bd4950e57b4c6b" /><Relationship Type="http://schemas.openxmlformats.org/officeDocument/2006/relationships/notesSlide" Target="/ppt/notesSlides/notesSlide4.xml" Id="Rf92cadd9f0594d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3115054f24786" /><Relationship Type="http://schemas.openxmlformats.org/officeDocument/2006/relationships/notesSlide" Target="/ppt/notesSlides/notesSlide5.xml" Id="R4f96a3fb4fe24e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31002e88ace4dc9" /><Relationship Type="http://schemas.openxmlformats.org/officeDocument/2006/relationships/notesSlide" Target="/ppt/notesSlides/notesSlide6.xml" Id="R0df79d81a1fc40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88c433cff45cf" /><Relationship Type="http://schemas.openxmlformats.org/officeDocument/2006/relationships/notesSlide" Target="/ppt/notesSlides/notesSlide7.xml" Id="Ra44eb281cd1344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60a80640964e3d" /><Relationship Type="http://schemas.openxmlformats.org/officeDocument/2006/relationships/image" Target="/ppt/media/image3.png" Id="R873f3fec475541f3" /><Relationship Type="http://schemas.openxmlformats.org/officeDocument/2006/relationships/notesSlide" Target="/ppt/notesSlides/notesSlide8.xml" Id="Rd8cbee8367a44e93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OWASP assessment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for a local MCP server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date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14 September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Track D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Local evaluation project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Harbor Devices · fictional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09A9D6B-C16B-45AF-BDE2-2DDEBAA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Before: analyst A could retrieve analyst B's record, including its internal note.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After: the service checks ownership on every call and exposes only the case summary. The same request returns Case unavailable.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Owned-server security evidence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Cross-user access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Before: 1,000 calls were accepted.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After: 20 calls were accepted and 980 rejected in one simulated minute. The stdio transport also caps request size. Restarting the process resets the quota.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Resource consumption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Simple baseline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95-character chunks, overlap ranking, top two excerpts, no refusal guard. Easy to explain and deliberately weak.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 retrieval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Paragraph chunks, IDF reranking, family-level version pruning and query coverage checks. Lexical matching still limits generalization.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boundary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business writes. Source and model outputs are untrusted. Local process identity needs replacement before multi-user deployment.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Architecture and trade-offs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Generated Markdown feeds a Python retrieval step and local Ollama generation. Every run persists observations for Langfuse. A separate MCP stdio process exposes synthetic case reads.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OWNED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50 questions across five categories.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Expected answers and source IDs.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Ten must-refuse cases.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Baseline: 30/50 retrieval, 15/50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Improved: 50/50 retrieval, 38/50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Errors remain failed answers.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evidence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FD6AB9A-5F9E-5F59-51AB-3C8734130965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MODEL RUNS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regression tests pass.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1,000-call quota exercise.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Cross-owner read denied after fix.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final model traces exported.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Generation p50 744 ms, p95 1977 ms.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from Langfuse observations.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Owned-server security evidence in practice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OS process is the trust boundary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Identity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Only read_case exists; no writes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Tool inventory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shell, SQL or URL fetching in the tool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Injection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production or remote-auth claim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Limits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Review focus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archived fixture lacked ownership checks and a request quota. Both defects were reproduced.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Production needs authenticated sessions, persistent quotas and deployment hardening.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Failure, limits and next steps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Observed failure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archived fixture lacked ownership checks and a request quota. Both defects were reproduced.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Evaluation limit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Source-ID and keyword checks miss semantic errors. The development set shares wording with the corpus.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needs authenticated sessions, persistent quotas and deployment hardening.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evidence describes this owned synthetic lab. Its measurements do not establish production safety or represent customer outcomes.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Per-category model results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Actual local model runs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 = required source IDs recovered. G = answer rubric passed. Each category contains ten questions. Errors count as failed G.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Category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easy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conflict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must refuse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All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38/50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Execution errors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 /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Qwen2.5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Synthetic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Recorded evidence replay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f3fec475541f3"/>
          <a:stretch xmlns:a="http://schemas.openxmlformats.org/drawingml/2006/main"/>
        </p:blipFill>
        <p:spPr>
          <a:xfrm xmlns:a="http://schemas.openxmlformats.org/drawingml/2006/main">
            <a:off x="1143000" y="1047750"/>
            <a:ext cx="9906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571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2026-09-13T22:05:41.7690000Z</dcterms:created>
  <dcterms:modified xsi:type="dcterms:W3CDTF">2026-09-13T22:05:41.7690000Z</dcterms:modified>
</coreProperties>
</file>