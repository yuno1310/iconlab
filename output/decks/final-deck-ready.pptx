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da767ee3964ac1" /><Relationship Type="http://schemas.openxmlformats.org/officeDocument/2006/relationships/extended-properties" Target="/docProps/app.xml" Id="R77d123f704b147db" /><Relationship Type="http://schemas.openxmlformats.org/officeDocument/2006/relationships/officeDocument" Target="/ppt/presentation.xml" Id="R82848cae89fa42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e4fe66e3f34263"/>
  </p:sldMasterIdLst>
  <p:notesMasterIdLst>
    <p:notesMasterId xmlns:r="http://schemas.openxmlformats.org/officeDocument/2006/relationships" r:id="R61d809519904435b"/>
  </p:notesMasterIdLst>
  <p:sldIdLst>
    <p:sldId xmlns:r="http://schemas.openxmlformats.org/officeDocument/2006/relationships" id="256" r:id="R9a18133819084755"/>
    <p:sldId xmlns:r="http://schemas.openxmlformats.org/officeDocument/2006/relationships" id="257" r:id="R07371fb67cb34fb8"/>
    <p:sldId xmlns:r="http://schemas.openxmlformats.org/officeDocument/2006/relationships" id="258" r:id="R6cea5a83eff043bb"/>
    <p:sldId xmlns:r="http://schemas.openxmlformats.org/officeDocument/2006/relationships" id="259" r:id="R1fb71398c48341c5"/>
    <p:sldId xmlns:r="http://schemas.openxmlformats.org/officeDocument/2006/relationships" id="260" r:id="Rdae856b0611f4a29"/>
    <p:sldId xmlns:r="http://schemas.openxmlformats.org/officeDocument/2006/relationships" id="261" r:id="R8e2fbdc4495845e2"/>
    <p:sldId xmlns:r="http://schemas.openxmlformats.org/officeDocument/2006/relationships" id="262" r:id="R121dddd1b8794c9a"/>
    <p:sldId xmlns:r="http://schemas.openxmlformats.org/officeDocument/2006/relationships" id="263" r:id="R74e520084a7940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239beb686543d7" /><Relationship Type="http://schemas.openxmlformats.org/officeDocument/2006/relationships/slideMaster" Target="/ppt/slideMasters/slideMaster1.xml" Id="Rf0e4fe66e3f34263" /><Relationship Type="http://schemas.openxmlformats.org/officeDocument/2006/relationships/notesMaster" Target="/ppt/notesMasters/notesMaster1.xml" Id="R61d809519904435b" /><Relationship Type="http://schemas.openxmlformats.org/officeDocument/2006/relationships/presProps" Target="/ppt/presProps.xml" Id="R09f4fe31e0494f7d" /><Relationship Type="http://schemas.openxmlformats.org/officeDocument/2006/relationships/viewProps" Target="/ppt/viewProps.xml" Id="R56a7a52775754a63" /><Relationship Type="http://schemas.openxmlformats.org/officeDocument/2006/relationships/tableStyles" Target="/ppt/tableStyles.xml" Id="Re79f454120e2471a" /><Relationship Type="http://schemas.openxmlformats.org/officeDocument/2006/relationships/slide" Target="/ppt/slides/slide1.xml" Id="R9a18133819084755" /><Relationship Type="http://schemas.openxmlformats.org/officeDocument/2006/relationships/slide" Target="/ppt/slides/slide2.xml" Id="R07371fb67cb34fb8" /><Relationship Type="http://schemas.openxmlformats.org/officeDocument/2006/relationships/slide" Target="/ppt/slides/slide3.xml" Id="R6cea5a83eff043bb" /><Relationship Type="http://schemas.openxmlformats.org/officeDocument/2006/relationships/slide" Target="/ppt/slides/slide4.xml" Id="R1fb71398c48341c5" /><Relationship Type="http://schemas.openxmlformats.org/officeDocument/2006/relationships/slide" Target="/ppt/slides/slide5.xml" Id="Rdae856b0611f4a29" /><Relationship Type="http://schemas.openxmlformats.org/officeDocument/2006/relationships/slide" Target="/ppt/slides/slide6.xml" Id="R8e2fbdc4495845e2" /><Relationship Type="http://schemas.openxmlformats.org/officeDocument/2006/relationships/slide" Target="/ppt/slides/slide7.xml" Id="R121dddd1b8794c9a" /><Relationship Type="http://schemas.openxmlformats.org/officeDocument/2006/relationships/slide" Target="/ppt/slides/slide8.xml" Id="R74e520084a7940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766dcbc66d42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35c03b0b7c410f" /><Relationship Type="http://schemas.openxmlformats.org/officeDocument/2006/relationships/notesMaster" Target="/ppt/notesMasters/notesMaster1.xml" Id="R0ccdbcb38e4e48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8a057975a94728" /><Relationship Type="http://schemas.openxmlformats.org/officeDocument/2006/relationships/notesMaster" Target="/ppt/notesMasters/notesMaster1.xml" Id="Rf5f0b0d3588b45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ba5659ec954ad1" /><Relationship Type="http://schemas.openxmlformats.org/officeDocument/2006/relationships/notesMaster" Target="/ppt/notesMasters/notesMaster1.xml" Id="Rf985fbe8104943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0e69b69f0f4c7d" /><Relationship Type="http://schemas.openxmlformats.org/officeDocument/2006/relationships/notesMaster" Target="/ppt/notesMasters/notesMaster1.xml" Id="R745c5dc9b8204f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938ad61e804aff" /><Relationship Type="http://schemas.openxmlformats.org/officeDocument/2006/relationships/notesMaster" Target="/ppt/notesMasters/notesMaster1.xml" Id="R78d8f8a1fc404d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3fa97aa677482a" /><Relationship Type="http://schemas.openxmlformats.org/officeDocument/2006/relationships/notesMaster" Target="/ppt/notesMasters/notesMaster1.xml" Id="R80099af2656a40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73bbb2a853437a" /><Relationship Type="http://schemas.openxmlformats.org/officeDocument/2006/relationships/notesMaster" Target="/ppt/notesMasters/notesMaster1.xml" Id="R664956fb9b034b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ab90ae36174958" /><Relationship Type="http://schemas.openxmlformats.org/officeDocument/2006/relationships/notesMaster" Target="/ppt/notesMasters/notesMaster1.xml" Id="Rebbc50299c6749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4970208c2c4b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615b5239948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2d8a74f1c49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410d793ea42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4a1461d3f48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55f7ccd1d45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0ae5fd90d42a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2a71b70a64f0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f10a00289425a" /><Relationship Type="http://schemas.openxmlformats.org/officeDocument/2006/relationships/image" Target="/ppt/media/image.png" Id="R3456956a1e3b46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06a017d1944fa" /><Relationship Type="http://schemas.openxmlformats.org/officeDocument/2006/relationships/image" Target="/ppt/media/image2.png" Id="Re0af15d4e7474c4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3456956a1e3b46d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e0af15d4e7474c4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40f60ffce94099" /><Relationship Type="http://schemas.openxmlformats.org/officeDocument/2006/relationships/slideLayout" Target="/ppt/slideLayouts/slideLayout1.xml" Id="R7a9872a59a5c4342" /><Relationship Type="http://schemas.openxmlformats.org/officeDocument/2006/relationships/slideLayout" Target="/ppt/slideLayouts/slideLayout2.xml" Id="Rbd4b70c439624190" /><Relationship Type="http://schemas.openxmlformats.org/officeDocument/2006/relationships/slideLayout" Target="/ppt/slideLayouts/slideLayout3.xml" Id="Rb0908bbc3a78445d" /><Relationship Type="http://schemas.openxmlformats.org/officeDocument/2006/relationships/slideLayout" Target="/ppt/slideLayouts/slideLayout4.xml" Id="R92aa2007c13048f5" /><Relationship Type="http://schemas.openxmlformats.org/officeDocument/2006/relationships/slideLayout" Target="/ppt/slideLayouts/slideLayout5.xml" Id="Rb37560e417684539" /><Relationship Type="http://schemas.openxmlformats.org/officeDocument/2006/relationships/slideLayout" Target="/ppt/slideLayouts/slideLayout6.xml" Id="Ra3f790500e7c41b9" /><Relationship Type="http://schemas.openxmlformats.org/officeDocument/2006/relationships/slideLayout" Target="/ppt/slideLayouts/slideLayout7.xml" Id="R9d704e25cd2146de" /><Relationship Type="http://schemas.openxmlformats.org/officeDocument/2006/relationships/slideLayout" Target="/ppt/slideLayouts/slideLayout8.xml" Id="Rac43760ae4e94186" /><Relationship Type="http://schemas.openxmlformats.org/officeDocument/2006/relationships/slideLayout" Target="/ppt/slideLayouts/slideLayout9.xml" Id="R6b45c8eedb2444b3" /><Relationship Type="http://schemas.openxmlformats.org/officeDocument/2006/relationships/slideLayout" Target="/ppt/slideLayouts/slideLayout10.xml" Id="R1873d0ecbeba446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9872a59a5c4342"/>
    <p:sldLayoutId xmlns:r="http://schemas.openxmlformats.org/officeDocument/2006/relationships" id="2147483650" r:id="Rbd4b70c439624190"/>
    <p:sldLayoutId xmlns:r="http://schemas.openxmlformats.org/officeDocument/2006/relationships" id="2147483651" r:id="Rb0908bbc3a78445d"/>
    <p:sldLayoutId xmlns:r="http://schemas.openxmlformats.org/officeDocument/2006/relationships" id="2147483652" r:id="R92aa2007c13048f5"/>
    <p:sldLayoutId xmlns:r="http://schemas.openxmlformats.org/officeDocument/2006/relationships" id="2147483653" r:id="Rb37560e417684539"/>
    <p:sldLayoutId xmlns:r="http://schemas.openxmlformats.org/officeDocument/2006/relationships" id="2147483654" r:id="Ra3f790500e7c41b9"/>
    <p:sldLayoutId xmlns:r="http://schemas.openxmlformats.org/officeDocument/2006/relationships" id="2147483655" r:id="R9d704e25cd2146de"/>
    <p:sldLayoutId xmlns:r="http://schemas.openxmlformats.org/officeDocument/2006/relationships" id="2147483656" r:id="Rac43760ae4e94186"/>
    <p:sldLayoutId xmlns:r="http://schemas.openxmlformats.org/officeDocument/2006/relationships" id="2147483657" r:id="R6b45c8eedb2444b3"/>
    <p:sldLayoutId xmlns:r="http://schemas.openxmlformats.org/officeDocument/2006/relationships" id="2147483658" r:id="R1873d0ecbeba446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8138e010a4e95" /><Relationship Type="http://schemas.openxmlformats.org/officeDocument/2006/relationships/notesSlide" Target="/ppt/notesSlides/notesSlide1.xml" Id="Rc37475bfa112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3a5be0f1b04e28" /><Relationship Type="http://schemas.openxmlformats.org/officeDocument/2006/relationships/notesSlide" Target="/ppt/notesSlides/notesSlide2.xml" Id="R0da52223878245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f5e173679fc42ae" /><Relationship Type="http://schemas.openxmlformats.org/officeDocument/2006/relationships/notesSlide" Target="/ppt/notesSlides/notesSlide3.xml" Id="R668118f5a73742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947e738c544e44" /><Relationship Type="http://schemas.openxmlformats.org/officeDocument/2006/relationships/notesSlide" Target="/ppt/notesSlides/notesSlide4.xml" Id="R59d602b224c748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8f7cfc3b24df6" /><Relationship Type="http://schemas.openxmlformats.org/officeDocument/2006/relationships/notesSlide" Target="/ppt/notesSlides/notesSlide5.xml" Id="R8c0362b7e0f946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423641d2bcc4a87" /><Relationship Type="http://schemas.openxmlformats.org/officeDocument/2006/relationships/notesSlide" Target="/ppt/notesSlides/notesSlide6.xml" Id="Rf39f2c23c0d445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2458b58a248a6" /><Relationship Type="http://schemas.openxmlformats.org/officeDocument/2006/relationships/notesSlide" Target="/ppt/notesSlides/notesSlide7.xml" Id="R50a95383c96e4f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21ec38dcd64df9" /><Relationship Type="http://schemas.openxmlformats.org/officeDocument/2006/relationships/image" Target="/ppt/media/image3.png" Id="R50d8f752705b42cb" /><Relationship Type="http://schemas.openxmlformats.org/officeDocument/2006/relationships/notesSlide" Target="/ppt/notesSlides/notesSlide8.xml" Id="R883b02556e8c49b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Harbor Support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Evidence Lab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Evidence date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14 September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Track D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Local evaluation project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Harbor Devices · fictional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D399CCB-6662-425A-99CE-0BAEFD23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Fictional Harbor Devices support analysts search policy, escalation and regional bulletin files. Old versions and conflicting rules undermine trust.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The target is zero unsupported answers on ten must-refuse cases, paired with useful-answer coverage.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Final project review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Customer and workflow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local RAG implementation, 50-question golden set, reusable grading adapter, MCP security checks and persisted Langfuse traces.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examples use synthetic data. The project has no SAP connection and exposes no business writes.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What is delivered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Simple baseline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95-character chunks, overlap ranking, top two excerpts, no refusal guard. Easy to explain and deliberately weak.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 retrieval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Paragraph chunks, IDF reranking, family-level version pruning and query coverage checks. Lexical matching still limits generalization.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Human boundary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business writes. Source and model outputs are untrusted. Local process identity needs replacement before multi-user deployment.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Architecture and trade-offs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Generated Markdown feeds a Python retrieval step and local Ollama generation. Every run persists observations for Langfuse. A separate MCP stdio process exposes synthetic case reads.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OWNED LOCAL WORKFLOW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50 questions across five categories.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Expected answers and source IDs.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Ten must-refuse cases.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Baseline: 30/50 retrieval, 15/50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Improved: 50/50 retrieval, 38/50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Errors remain failed answers.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evidence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FD6AB9A-5F9E-5F59-51AB-3C8734130965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MODEL RUNS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 regression tests pass.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1,000-call quota exercise.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Cross-owner read denied after fix.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100 final model traces exported.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Generation p50 744 ms, p95 1977 ms.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Read from Langfuse observations.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Final project review in practice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Local Qwen2.5 0.5B, exact digest saved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Model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Paragraphs, lexical reranking, version pruning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Retrieval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Per-question scores, transcripts and traces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Evidence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Human review and GitHub publication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Next gate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Review focus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Improved generation still fails cases despite full source-ID retrieval. This is not production-ready.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Validate a stronger model and unseen questions before making a release decision.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Failure, limits and next steps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Observed failure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 generation still fails cases despite full source-ID retrieval. This is not production-ready.</a:t>
            </a:r>
            <a:endParaRPr sz="1600"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Evaluation limit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Source-ID and keyword checks miss semantic errors. The development set shares wording with the corpus.</a:t>
            </a:r>
            <a:endParaRPr sz="1600"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Validate a stronger model and unseen questions before making a release decision.</a:t>
            </a:r>
            <a:endParaRPr sz="1600"/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evidence describes this owned synthetic lab. Its measurements do not establish production safety or represent customer outcomes.</a:t>
            </a:r>
          </a:p>
        </p:txBody>
      </p:sp>
      <p:sp>
        <p:nvSpPr>
          <p:cNvPr id="15" name="Slide Number Placeholder 14">
            <a:extLst xmlns:a="http://schemas.openxmlformats.org/drawingml/2006/main"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Per-category model results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Actual local model runs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 = required source IDs recovered. G = answer rubric passed. Each category contains ten questions. Errors count as failed G.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Category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easy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synthesis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conflict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must refuse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All cases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38/50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Execution errors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Model /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Qwen2.5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0.5B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Synthetic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Recorded evidence replay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8f752705b42cb"/>
          <a:stretch xmlns:a="http://schemas.openxmlformats.org/drawingml/2006/main"/>
        </p:blipFill>
        <p:spPr>
          <a:xfrm xmlns:a="http://schemas.openxmlformats.org/drawingml/2006/main">
            <a:off x="1143000" y="1047750"/>
            <a:ext cx="990600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571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2026-09-13T22:06:03.7690000Z</dcterms:created>
  <dcterms:modified xsi:type="dcterms:W3CDTF">2026-09-13T22:06:03.7690000Z</dcterms:modified>
</coreProperties>
</file>